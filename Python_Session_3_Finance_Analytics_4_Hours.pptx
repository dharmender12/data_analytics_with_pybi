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AD3C"/>
                </a:solidFill>
                <a:latin typeface="Aptos"/>
              </a:defRPr>
            </a:pPr>
            <a:r>
              <a:t>PRACTICAL WORKSHOP  /  SESSION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Python for Finance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DCE6F0"/>
                </a:solidFill>
                <a:latin typeface="Aptos"/>
              </a:defRPr>
            </a:pPr>
            <a:r>
              <a:t>Session 3 | 4-hour practical workshop</a:t>
            </a:r>
            <a:br/>
            <a:r>
              <a:t>Audience: finance professionals beginning Python</a:t>
            </a:r>
            <a:br/>
            <a:r>
              <a:t>Theme: turn familiar finance questions into repeatable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80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9696"/>
                </a:solidFill>
                <a:latin typeface="Aptos"/>
              </a:defRPr>
            </a:pPr>
            <a:r>
              <a:t>FINANCE ×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01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Today’s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Recap Python foundations without spending the whole class repeating them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Use conditions and loops to validate finance records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Work with lists, dictionaries, and functions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Calculate revenue, expenses, profit, margin, and budget variance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Finish with a mini finance-reporting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02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Four-hour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00:00–00:25  Warm-up recap and diagnostic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00:25–00:55  Variables, data types, operators, and finance calculations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00:55–01:35  if / elif / else for finance decisions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01:35–01:45  Break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01:45–02:20  for loops and record-level validation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02:20–02:50  Lists, dictionaries, and reusable functions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02:50–03:00  Break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03:00–03:45  Finance mini-project: transactions and budget variance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03:45–04:00  Review, challenge questions, and 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03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Start with a finance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A team has a monthly budget of ₹5,00,000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Actual spending is ₹5,42,500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What is the variance in rupees?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What is the variance percentage?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Should the result be labelled under budget, on budget, or over budget?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Python is the calculator; business judgement is still yours.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04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Warm-up: read the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budget = 500000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actual = 542500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variance = actual - budget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variance_pct = (variance / budget) * 100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print(variance, variance_pct)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Ask: what is the data type of each variable, and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05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Recap: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int → whole-number values: transaction_count = 42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float → decimal values: invoice_amount = 12500.75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str → text labels: department = 'Treasury'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bool → True / False: is_approved = True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None → no value recorded: reviewer = None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Check using type(variable)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06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Recap: operators used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Arithmetic: +, -, *, /, //, %, **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Comparison: ==, !=, &gt;, &lt;, &gt;=, &lt;=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Logical: and, or, not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Assignment: =, +=, -=, *=, /=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Important: = assigns a value; == compares two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07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Accuracy matters: integer vs float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Use numeric types for calculations, not formatted strings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Bad: amount = '12500'  # text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Better: amount = 12500.0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Do not store '₹12,500' as the calculation value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Keep raw numbers numeric; add currency formatting when presenting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08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Finance calculation drill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revenue = 825000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cost = 612000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profit = revenue - cost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margin_pct = profit / revenue * 100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Calculate: profit, margin percentage, and cost as a percentage of revenue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Pair discussion: is profit the same as cash flow?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09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Conditional logic: finance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if checks a condition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elif checks another condition if earlier conditions were false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else handles the remaining cases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Indentation defines which statements belong to a branch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Use conditions for approval bands, exception flags, and budget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10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Budget status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budget = 500000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actual = 542500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variance = actual - budget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if variance &gt; 0:  print('Over budget')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elif variance &lt; 0:  print('Under budget')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else:  print('On budget')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11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Build a policy threshold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Example: expense reimbursement policy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Amount ≤ ₹2,000 → standard review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₹2,000 &lt; amount ≤ ₹10,000 → manager review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Amount &gt; ₹10,000 → finance lead review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Discuss boundary values: 2000, 2000.01, 10000, 10000.01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12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Avoid common conditional bugs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Use &lt;= and &gt;= when boundaries are included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Check the most specific conditions in a sensible order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Do not compare numbers stored as strings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Test exact boundary values, not just typical values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Make the business rule explicit before writing the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13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Practice: classify a transaction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Transaction amount = ₹18,750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Department = 'Travel'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Approved = False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Tasks: classify approval route; flag unapproved expense; explain why the amount alone is not enough to approve it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Extension: what if the amount is missing?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14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Break 1 | 10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Stand up, stretch, and return ready to work with repeated records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Trainer setup: open a Python notebook or editor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Use the same transaction examples throughout the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15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Why loops? One record is easy; 500 are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A loop repeats the same logic across records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Finance use cases: invoice checks, expense screening, ageing buckets, monthly totals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for is commonly used when iterating through a known collection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Each row should be tested using the same transparent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16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Recap: for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departments = ['Finance', 'HR', 'Operations']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for department in departments: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    print(department)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The loop variable takes one item at a time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Indentation determines the repeated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17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Finance records: first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expenses = [1200, 8500, 14500, 950, 22000]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for amount in expenses: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    if amount &gt; 10000: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        print(amount, 'needs senior review')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Question: how many transactions are flagged?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18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Running totals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expenses = [1200, 8500, 14500, 950, 22000]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total = 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for amount in expenses: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total += amount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print('Total expenses:', total)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Explain why total must start at 0 before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19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Count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expenses = [1200, 8500, 14500, 950, 22000]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exception_count = 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for amount in expenses: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if amount &gt; 10000: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    exception_count += 1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print(exception_count)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Extension: calculate the share of transactions flagged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20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Loop over transaction dictionaries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transactions = [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{'id': 'T101', 'department': 'Travel', 'amount': 1200},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{'id': 'T102', 'department': 'IT', 'amount': 14500},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{'id': 'T103', 'department': 'Travel', 'amount': 8500}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]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Ask: how do we access the amount for each transaction?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21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Validate each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for txn in transactions: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if txn['amount'] &lt; 0: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    print(txn['id'], 'negative amount: investigate')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elif txn['amount'] &gt; 10000: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    print(txn['id'], 'high value: review')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else: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    print(txn['id'], 'standard review')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A flag identifies a case; it does not prove fraud or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22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Missing and invalid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Real finance files may contain blanks, None, negative values, or text in numeric columns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Do not silently replace unknown values with zero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Zero means a measured amount of zero; missing means the amount is unknown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Define a policy: skip, quarantine, request correction, or mark as missing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In production, log the record ID and the reason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23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Lists and dictionaries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List: ordered collection of values, e.g. monthly_revenue = [820000, 790000, 910000]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Dictionary: named fields for one record, e.g. {'month': 'Jan', 'revenue': 820000}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A list can contain dictionaries to represent a small table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Use a stable ID to identify the record being reviewed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24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Functions: package a business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A function gives a rule a name and makes it reusable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def budget_status(actual, budget):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variance = actual - budget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if variance &gt; 0: return 'Over budget'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elif variance &lt; 0: return 'Under budget'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return 'On budget'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Test it with multiple examples, including equal actual and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25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Function for profit margin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def profit_margin(revenue, cost):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if revenue == 0: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    return None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profit = revenue - cost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return (profit / revenue) * 100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Why guard against zero revenue?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Finance note: agree on definitions before comparing margins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26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Break 2 | 10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Return for the mini-project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Keep the code simple and explain each rule in business language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No one is expected to memorise syntax; focus on reading and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27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Mini-project: monthly finance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You are reviewing a simplified transaction extract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Each record has transaction ID, department, amount, and approval status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Goals: calculate total spend, count transactions, identify high-value items, flag unapproved items, and summarise by department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Dataset is synthetic for learning; it is not real company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28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Mini-project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T101 | Travel | 1,200 | Approved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T102 | IT | 14,500 | Approved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T103 | Travel | 8,500 | Pending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T104 | Marketing | 22,000 | Not approved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T105 | Finance | 950 | Approved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T106 | IT | 10,000 | Pending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T107 | Operations | -500 | Approved (invalid amount)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T108 | Marketing | 6,750 | Approved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29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Represent the data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transactions = [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{'id':'T101','department':'Travel','amount':1200,'status':'Approved'},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{'id':'T102','department':'IT','amount':14500,'status':'Approved'},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{'id':'T103','department':'Travel','amount':8500,'status':'Pending'},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# continue adding records from the slide dataset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]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Trainer: ask learners to type three records first, then complete the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30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Mini-project task 1: data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Loop through every transaction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Flag negative amounts as invalid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Flag missing/blank approval status for manual review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Keep invalid records visible; do not include them in the valid spend total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Discuss: should a pending transaction count as actual spend? It depends on the reporting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31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Mini-project task 2: total and count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valid_total = 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valid_count = 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for txn in transactions: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if txn['amount'] &gt;= 0: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    valid_total += txn['amount']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        valid_count += 1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print(valid_total, valid_count)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Extension: count only approved transactions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32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Mini-project task 3: exception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Create two lists: high_value and not_approved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High value rule: amount &gt; ₹10,000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Not approved rule: status is not 'Approved'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Print each matching transaction ID and amount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Business discussion: thresholds should come from policy, not analyst guesswork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33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Mini-project task 4: budget variance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Monthly budget = ₹60,000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Compare valid transaction spend against the budget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variance = actual_spend - budget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variance_pct = variance / budget * 100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State the result in plain English: amount, percentage, and status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Important: the training dataset is tiny and illustrative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34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Suggested complete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1. Store the records in a consistent structure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2. Validate values before calculating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3. Calculate totals and counts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4. Apply explicit business rules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5. Report exceptions with record IDs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6. Reconcile totals against the source file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7. Document assumptions and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35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Common errors and how to debug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SyntaxError: check quotes, colons, and brackets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IndentationError: align statements within if / for / function blocks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TypeError: a string may be mixed with a number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KeyError: dictionary field name may be misspelled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ZeroDivisionError: denominator may be zero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Debug by inspecting one record and one intermediate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36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Finance interpretation: numbers need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A variance is not automatically a problem; compare it with policy and materiality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Profit margin needs a consistent revenue and cost definition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Pending, rejected, and approved are different states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Missing values should be disclosed, not hidden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Reconcile the report before sharing it with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37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Challenge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Add a 'category' field such as Travel, Software, or Office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Calculate total valid spend by department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Count pending transactions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Flag approved transactions with negative amounts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Write a function that returns a clear review label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Bonus: export a clean summary to CSV in the next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38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Exit ticket: answer without looking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1. What is the difference between = and ==?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2. Why do we initialise a running total at 0?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3. What does a loop help us automate?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4. Why should missing values not automatically become zero?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5. What is the difference between a flag and a confirmed issue?</a:t>
            </a:r>
          </a:p>
          <a:p>
            <a:pPr>
              <a:spcAft>
                <a:spcPts val="500"/>
              </a:spcAft>
              <a:defRPr sz="1500">
                <a:solidFill>
                  <a:srgbClr val="2A3442"/>
                </a:solidFill>
                <a:latin typeface="Aptos"/>
              </a:defRPr>
            </a:pPr>
            <a:r>
              <a:t>•  6. Explain budget variance in one sentence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39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Next session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Read transaction data from a CSV file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Use pandas to inspect rows, columns, data types, and missing values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Clean data with evidence-based rules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Build finance summaries that can be checked and reconciled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9696"/>
                </a:solidFill>
                <a:latin typeface="Aptos"/>
              </a:defRPr>
            </a:pPr>
            <a:r>
              <a:t>40  /  PYTHON FOR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A"/>
                </a:solidFill>
                <a:latin typeface="Aptos"/>
              </a:defRPr>
            </a:pPr>
            <a:r>
              <a:t>Trainer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600200"/>
            <a:ext cx="11338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0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 bIns="137160"/>
          <a:lstStyle/>
          <a:p>
            <a:pPr algn="ctr"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Today’s goal was not to memorise Python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The goal was to translate finance rules into repeatable, auditable steps</a:t>
            </a:r>
          </a:p>
          <a:p>
            <a:pPr>
              <a:spcAft>
                <a:spcPts val="1000"/>
              </a:spcAft>
              <a:defRPr sz="1800">
                <a:solidFill>
                  <a:srgbClr val="2A3442"/>
                </a:solidFill>
                <a:latin typeface="Aptos"/>
              </a:defRPr>
            </a:pPr>
            <a:r>
              <a:t>•  Ask: which monthly task in your team would you most like to automate?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91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TRAINER NOTE: pause for prediction → run the code → interpret the business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37182"/>
                </a:solidFill>
                <a:latin typeface="Aptos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