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DAY 5 | Python for Finance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Pandas • DataFrames • Cleaning • Filtering • GroupBy • Pivot Tables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A practical September 2026 expense-review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Where Day 5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Day 4 used core Python for CSV handling, validation, missing values, budget variance and departmental summaries.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Today we perform similar analysis using Pandas DataFrames.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Business question: what can Finance trust, what needs investigation, and where is spend concentrated?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Dataset is synthetic and for classroom practice.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Explain Series and DataFrame in business language.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Load and inspect a CSV file.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Select columns, filter rows and sort records.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Detect missing values, negative values and duplicates.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Create variance columns and aggregate spend.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Export cleaned data and management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Four-hour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00:00–00:20 Recap and bridge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00:20–00:55 Pandas foundations and CSV loading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00:55–01:30 Data inspection and data types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01:30–02:10 Selection, filtering and sorting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02:10–02:20 Break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02:20–03:00 Missing values, invalid values and duplicates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03:00–03:35 Calculated columns, groupby and pivot tables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03:35–04:00 Mini-project, export and interpretation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Business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Which transactions are pending approval?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Which records cannot yet be included in a reliable spend total?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Which department has the highest valid actual spend?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How does valid spend differ by approval status?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Start by defining the metric; do not start with a chart.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From lists to DataFrames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A list stores a sequence of values; a dictionary maps keys to values.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A DataFrame is a labelled table: rows are records and columns are fields.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A Series is one labelled column.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Each row in our case study represents one expense transaction.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Install and import 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python -m pip install pandas openpyxl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import pandas as pd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print(pd.__version__)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Load the finance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import pandas as pd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 = pd.read_csv("Day5_Finance_Transactions_Pandas.csv")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print(finance.head())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Inspect before calculating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finance.head(10)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finance.tail(5)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finance.shape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finance.columns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finance.info()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finance.describe()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What inspection tells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head/tail preview records; they do not prove the file is clean.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shape returns rows and columns.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columns shows exact field names.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info shows data types and non-null counts.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describe summarises numeric distributions, not business meaning.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Selecting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finance[["transaction_id", "department", "budget_amount", "actual_amount"]].head()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Filtering pending 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pending = finance[finance["approval_status"] == "Pending"]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print(pending[["transaction_id", "department", "actual_amount"]])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Multiple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mask = (finance["approval_status"] == "Pending") &amp; (finance["department"] == "Finance")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finance.loc[mask, ["transaction_id", "vendor", "actual_amount"]]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Sorting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finance.sort_values("budget_amount", ascending=False).head(10)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valid_preview = finance[finance["actual_amount"].notna() &amp; (finance["actual_amount"] &gt;= 0)]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valid_preview.sort_values("actual_amount", ascending=False).head(10)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Missing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finance.isna().sum()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missing_actual = finance[finance["actual_amount"].isna()]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missing_actual[["transaction_id", "department", "budget_amount"]]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Negative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negative_actual = finance[finance["actual_amount"] &lt; 0]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negative_actual[["transaction_id", "department", "actual_amount"]]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Duplicate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print("Exact duplicate rows:", finance.duplicated().sum())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finance_clean = finance.drop_duplicates().copy()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print(finance.shape, finance_clean.shape)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Define valid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For this exercise, valid actual means present and greater than or equal to zero.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Keep the original data unchanged for audit and exception review.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Create a separate working DataFrame.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Missing and negative records remain exceptions; do not silently convert them to zero.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Create valid working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finance_clean = finance.drop_duplicates().copy()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valid = finance_clean[finance_clean["actual_amount"].notna() &amp; (finance_clean["actual_amount"] &gt;= 0)].copy()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print("Raw rows:", len(finance))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print("Unique rows:", len(finance_clean))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print("Valid actual rows:", len(valid))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Variance and variance percentage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valid["variance"] = valid["actual_amount"] - valid["budget_amount"]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valid["variance_pct"] = (valid["variance"] / valid["budget_amount"]) * 100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valid[["transaction_id", "budget_amount", "actual_amount", "variance", "variance_pct"]].head()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Interpret variance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Variance = Actual − Budget.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Positive variance means actual is above budget under this convention.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Negative variance means actual is below budget.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Variance percentage expresses the difference relative to budget.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Confirm the organisation’s reporting convention before using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GroupBy: department spend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department_spend = valid.groupby("department")["actual_amount"].agg(["count","sum","mean","median"]).sort_values("sum", ascending=False)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print(department_spend)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GroupBy: approval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status_spend = valid.groupby("approval_status")["actual_amount"].agg(["count","sum"])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print(status_spend)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Pivot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department_status = pd.pivot_table(valid, values="actual_amount", index="department", columns="approval_status", aggfunc="sum", fill_value=0)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print(department_status)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Export the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0C172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with pd.ExcelWriter("Day5_Finance_Analysis_Output.xlsx") as writer: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    finance_clean.to_excel(writer, sheet_name="Cleaned_Data", index=False)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    valid.to_excel(writer, sheet_name="Valid_Records", index=False)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    department_spend.to_excel(writer, sheet_name="Department_Summary")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    status_spend.to_excel(writer, sheet_name="Status_Summary")</a:t>
            </a:r>
          </a:p>
          <a:p>
            <a:pPr>
              <a:spcAft>
                <a:spcPts val="800"/>
              </a:spcAft>
              <a:defRPr sz="1600">
                <a:solidFill>
                  <a:srgbClr val="CDE6E6"/>
                </a:solidFill>
              </a:defRPr>
            </a:pPr>
            <a:r>
              <a:t>    department_status.to_excel(writer, sheet_name="Dept_Status_Pivot")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Mini-project: Finance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How many exact duplicate rows were found?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How many records have missing or negative actual amounts?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Which department has the highest valid actual spend?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Which status accounts for the greatest valid spend?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Which departments have pending spend requiring follow-up?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State exclusions and assumptions alongside each reported total.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Common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FileNotFoundError: check working directory and exact file name.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KeyError: inspect finance.columns for exact field names.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TypeError: inspect data types and missing values before arithmetic.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SettingWithCopyWarning: use .copy() after filtering.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Unexpected totals: check duplicates, filters, exclusions and aggregation.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Exit ticket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Explain DataFrame in one sentence.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What is the difference between isna() and duplicated()?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Why retain raw data separately from cleaned data?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What does groupby() do in a finance report?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How can a correct calculation still mislead a manager?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Bridge to Day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188720" cy="54864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solidFill>
            <a:srgbClr val="1E354E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95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Next: visual analysis and a repeatable finance reporting workflow.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Before moving forward, learners should independently load, inspect, filter, clean, group and export a DataFrame.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Pandas accelerates the work; it does not replace finance judgement.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